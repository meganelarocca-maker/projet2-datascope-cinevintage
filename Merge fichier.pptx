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BA6EF-C649-0AE9-EA62-46B15A48F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4554C7-59D7-9CC9-5982-509D233C2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B9AE02-FAF3-A05A-B11A-F8F9B861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9D6FEE-399E-6917-9428-99098C16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55471D-7CD3-45BB-3000-B54164EC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824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47FE7-396E-1CBC-4181-1B5AB2E6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2BD14D-3F4A-676F-BC8B-F2DA890C5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9DAF63-13AC-1D97-EF38-66A75F44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7CBCEB-6826-F2F5-FDE1-B92C1563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CC007D-FCAB-FB3E-75E4-1209716A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60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1590B1-608C-2B38-74A7-31F7663B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7C2FD0-B89E-99C8-48B9-D7EA6B754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76A12C-E24A-E850-FF5C-EA9F8341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6B9E7B-3A17-3992-5B0E-B0CB9F34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7D45D8-CA45-F5EF-E472-87ED5C44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33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9B9F6D-C167-4E1D-1B16-DBF209589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A660DE-DB7A-B40D-C329-449E49098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B0406B-A8D3-08FA-979A-5AA9B04BF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62E50C-2E61-EB3B-3B30-189229D2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04921B-06E5-FBE8-9235-B73942DE5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F59B8A-AC2E-02D3-8ACA-12B94B68E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6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C59202-ACDE-9979-9F71-64E2A9C39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2E53D9-3227-08E9-94CC-4827504B0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98A4B93-4EB6-5964-FFBF-AA84092E5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7A3D23-9C96-F6EC-B28C-79AD2E996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5AB193A-A73E-2655-7FD4-A5733DE0A9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9673991-C1A2-5206-B1EA-6998F5740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10820BF-1866-D50E-9524-4E3DBDF2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E6E7F2E-E5B2-BC2F-0D31-12C4683E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85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62FB41-9F58-58B6-5AA9-D5A7DC71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C161D83-D3C1-584A-6697-3676834C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D6EE1D-9EBF-855B-FB59-3770BC4E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968323-5D2D-FDA4-F845-D39D8BC1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08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DD812A-8A21-C5D8-DA52-C7366EFA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4D1C34-C936-78F5-B73A-11A5F3CB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0038CC-AB38-C1B1-C6BF-1938C2FF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90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4203A-838C-A1B9-1F99-06357FFB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2CE3F8-4972-260F-375B-3ABD34E2E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83E004-B9FB-9642-8B48-8EE8F7738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29D87B-F59A-ADB0-56D0-5947A192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E58493-C3F6-0AE9-09D2-34916B32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58458C-7D59-094C-BFE9-1E3A4D19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989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ABA8DC-263C-16EF-2F0C-3D37E521B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D7E65FD-4E64-225F-47E3-C1C24C497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C98EC3F-6494-0CCC-9D18-E6264BF2C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785AC9-B71B-9A6C-9EFF-C72D6B3AC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8E3E80-845E-AFEF-750C-B3A674AF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B79D07-6E07-3282-E873-814E75E2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86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56A1C-0F15-7A9D-2D37-7232802A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30046FA-CF70-5C66-C878-9744F472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7E2692-7BBE-0ECB-91A2-82B7EFD3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81D43C-B9AD-94E5-4FEF-D7D872C3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F6FDBB-1730-0DBD-B042-5A687C82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73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11C7BCB-1FDD-E59C-D545-B4CF2F794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62D9A8-1EFA-D8D6-ED0D-04FD6825C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2EF2A7-D406-D269-53BA-B18F12F8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13BDFD-124A-B281-82BB-3A3D4816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C904AC-9991-9574-FFF6-DC0C0A2D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2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6C2D182-7B4F-B8E2-976C-C749482A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800D5B-597D-4022-C26C-4FF49D6AB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1977C2-6D05-134C-1D18-51E66A502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8384E-F8F8-4F0A-9DFB-556F91677CA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DF6002-E6D8-8853-98B2-7863F9B7E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45FA9B-CDF5-DAA0-12CF-BF08AC88D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BF51E-D8F1-4ABA-890D-2167223472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62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94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5BD6E5-A713-C826-3B81-0E537E0F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536892"/>
            <a:ext cx="3932236" cy="45212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fr-FR" dirty="0" err="1"/>
              <a:t>title.basics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315CE4-CA45-AA0D-0DAC-0972B627B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989012"/>
            <a:ext cx="3932237" cy="4334828"/>
          </a:xfrm>
          <a:ln>
            <a:solidFill>
              <a:schemeClr val="accent1"/>
            </a:solidFill>
          </a:ln>
        </p:spPr>
        <p:txBody>
          <a:bodyPr>
            <a:normAutofit fontScale="25000" lnSpcReduction="20000"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tconst</a:t>
            </a:r>
            <a:r>
              <a:rPr lang="en-US" sz="4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(string) - alphanumeric unique identifier of the title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0" i="0" strike="sng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titleType</a:t>
            </a:r>
            <a:r>
              <a:rPr lang="en-US" sz="4400" b="0" i="0" strike="sng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(string) – the type/format of the title (e.g. movie, short, </a:t>
            </a:r>
            <a:r>
              <a:rPr lang="en-US" sz="4400" b="0" i="0" strike="sng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tvseries</a:t>
            </a:r>
            <a:r>
              <a:rPr lang="en-US" sz="4400" b="0" i="0" strike="sng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sz="4400" b="0" i="0" strike="sng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tvepisode</a:t>
            </a:r>
            <a:r>
              <a:rPr lang="en-US" sz="4400" b="0" i="0" strike="sng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video, </a:t>
            </a:r>
            <a:r>
              <a:rPr lang="en-US" sz="4400" b="0" i="0" strike="sng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etc</a:t>
            </a:r>
            <a:r>
              <a:rPr lang="en-US" sz="4400" b="0" i="0" strike="sng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0" i="0" strike="sng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primaryTitle</a:t>
            </a:r>
            <a:r>
              <a:rPr lang="en-US" sz="4400" b="0" i="0" strike="sng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(string) – the more popular title / the title used by the filmmakers on promotional materials at the point of release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originalTitle</a:t>
            </a:r>
            <a:r>
              <a:rPr lang="en-US" sz="440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(string) - original title, in the original language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isAdult</a:t>
            </a:r>
            <a:r>
              <a:rPr lang="en-US" sz="4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</a:t>
            </a:r>
            <a:r>
              <a:rPr lang="en-US" sz="44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boolean</a:t>
            </a:r>
            <a:r>
              <a:rPr lang="en-US" sz="4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 - 0: non-adult title; 1: adult title =0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startYear</a:t>
            </a:r>
            <a:r>
              <a:rPr lang="en-US" sz="4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(YYYY) – represents the release year of a title. In the case of TV Series, it is the series start year &gt;1940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0" i="0" strike="sng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endYear</a:t>
            </a:r>
            <a:r>
              <a:rPr lang="en-US" sz="4400" b="0" i="0" strike="sng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(YYYY) – TV Series end year. '\N' for all other title types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runtimeMinutes</a:t>
            </a:r>
            <a:r>
              <a:rPr lang="en-US" sz="4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– primary runtime of the title, in minutes&gt;60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genres (string array) – includes up to three genres associated with the title </a:t>
            </a:r>
            <a:r>
              <a:rPr lang="en-US" sz="4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= Comedy, Drama, Romance, Action, Documentary</a:t>
            </a:r>
          </a:p>
          <a:p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C68839B-2DFD-65EA-C481-882EFD75AEF1}"/>
              </a:ext>
            </a:extLst>
          </p:cNvPr>
          <p:cNvSpPr txBox="1">
            <a:spLocks/>
          </p:cNvSpPr>
          <p:nvPr/>
        </p:nvSpPr>
        <p:spPr>
          <a:xfrm>
            <a:off x="6976427" y="536892"/>
            <a:ext cx="3932236" cy="4521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tmdb.full</a:t>
            </a:r>
            <a:endParaRPr lang="fr-FR" dirty="0"/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4C6F0660-6CC0-6AB0-6D6E-F76FF026218E}"/>
              </a:ext>
            </a:extLst>
          </p:cNvPr>
          <p:cNvSpPr txBox="1">
            <a:spLocks/>
          </p:cNvSpPr>
          <p:nvPr/>
        </p:nvSpPr>
        <p:spPr>
          <a:xfrm>
            <a:off x="6976426" y="989012"/>
            <a:ext cx="3932237" cy="56657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adult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backdrop_path</a:t>
            </a:r>
            <a:r>
              <a:rPr lang="fr-FR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 affiche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Budget = </a:t>
            </a:r>
            <a:r>
              <a:rPr lang="fr-FR" sz="11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Unknown</a:t>
            </a:r>
            <a:r>
              <a:rPr lang="fr-FR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indé pur, cinéma indépendant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genres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homepage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imdb_id</a:t>
            </a:r>
            <a:r>
              <a:rPr lang="fr-FR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original_language</a:t>
            </a:r>
            <a:r>
              <a:rPr lang="fr-FR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 </a:t>
            </a:r>
            <a:r>
              <a:rPr lang="fr-FR" sz="11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</a:t>
            </a:r>
            <a:r>
              <a:rPr lang="fr-FR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fr-FR" sz="11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original_title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overview</a:t>
            </a:r>
            <a:r>
              <a:rPr lang="fr-FR" sz="1100" strike="sng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...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fr-FR" sz="1100" strike="sng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untime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spoken_languages</a:t>
            </a:r>
            <a:r>
              <a:rPr lang="fr-FR" sz="1100" strike="sng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status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tagline</a:t>
            </a:r>
            <a:r>
              <a:rPr lang="fr-FR" sz="1100" strike="sng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title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video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vote_average</a:t>
            </a:r>
            <a:r>
              <a:rPr lang="fr-FR" sz="1100" strike="sng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vote_count</a:t>
            </a:r>
            <a:r>
              <a:rPr lang="fr-FR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production_companies_name</a:t>
            </a:r>
            <a:r>
              <a:rPr lang="fr-FR" sz="1100" strike="sng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strike="sngStrike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production_companies_country</a:t>
            </a:r>
            <a:endParaRPr lang="fr-FR" sz="1100" strike="sng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29A731E5-3016-D220-5579-17AB5F5B16B3}"/>
              </a:ext>
            </a:extLst>
          </p:cNvPr>
          <p:cNvCxnSpPr/>
          <p:nvPr/>
        </p:nvCxnSpPr>
        <p:spPr>
          <a:xfrm>
            <a:off x="4772023" y="1097280"/>
            <a:ext cx="2126617" cy="1666240"/>
          </a:xfrm>
          <a:prstGeom prst="bentConnector3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A32EB6C5-5FDD-C22A-0364-1CC606FD6F4E}"/>
              </a:ext>
            </a:extLst>
          </p:cNvPr>
          <p:cNvSpPr txBox="1"/>
          <p:nvPr/>
        </p:nvSpPr>
        <p:spPr>
          <a:xfrm>
            <a:off x="5267960" y="1876108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Left</a:t>
            </a:r>
            <a:r>
              <a:rPr lang="fr-FR" dirty="0"/>
              <a:t> </a:t>
            </a:r>
            <a:r>
              <a:rPr lang="fr-FR" dirty="0" err="1"/>
              <a:t>join</a:t>
            </a:r>
            <a:r>
              <a:rPr lang="fr-FR" dirty="0"/>
              <a:t> on</a:t>
            </a:r>
          </a:p>
        </p:txBody>
      </p:sp>
      <p:sp>
        <p:nvSpPr>
          <p:cNvPr id="16" name="Signe Plus 15">
            <a:extLst>
              <a:ext uri="{FF2B5EF4-FFF2-40B4-BE49-F238E27FC236}">
                <a16:creationId xmlns:a16="http://schemas.microsoft.com/office/drawing/2014/main" id="{6A03864F-46A0-2847-08E7-16A6956DB380}"/>
              </a:ext>
            </a:extLst>
          </p:cNvPr>
          <p:cNvSpPr/>
          <p:nvPr/>
        </p:nvSpPr>
        <p:spPr>
          <a:xfrm>
            <a:off x="5267960" y="3156426"/>
            <a:ext cx="756920" cy="75517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401A27A-96D1-3F47-9DF5-5DAD5CD3C8A5}"/>
              </a:ext>
            </a:extLst>
          </p:cNvPr>
          <p:cNvSpPr txBox="1"/>
          <p:nvPr/>
        </p:nvSpPr>
        <p:spPr>
          <a:xfrm>
            <a:off x="5059680" y="4104640"/>
            <a:ext cx="1554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Acteurs</a:t>
            </a:r>
          </a:p>
          <a:p>
            <a:r>
              <a:rPr lang="fr-FR" dirty="0"/>
              <a:t>Réalisateurs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04439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263</Words>
  <Application>Microsoft Office PowerPoint</Application>
  <PresentationFormat>Grand écran</PresentationFormat>
  <Paragraphs>34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Roboto</vt:lpstr>
      <vt:lpstr>Thème Office</vt:lpstr>
      <vt:lpstr>Présentation PowerPoint</vt:lpstr>
      <vt:lpstr>title.basics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Rayssac</dc:creator>
  <cp:lastModifiedBy>Adrien Rayssac</cp:lastModifiedBy>
  <cp:revision>2</cp:revision>
  <dcterms:created xsi:type="dcterms:W3CDTF">2026-02-10T10:23:43Z</dcterms:created>
  <dcterms:modified xsi:type="dcterms:W3CDTF">2026-02-10T11:18:06Z</dcterms:modified>
</cp:coreProperties>
</file>